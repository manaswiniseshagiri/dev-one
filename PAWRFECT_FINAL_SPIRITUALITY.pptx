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8" r:id="rId9"/>
    <p:sldId id="269" r:id="rId10"/>
    <p:sldId id="267" r:id="rId11"/>
    <p:sldId id="27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4" autoAdjust="0"/>
    <p:restoredTop sz="94660"/>
  </p:normalViewPr>
  <p:slideViewPr>
    <p:cSldViewPr snapToGrid="0">
      <p:cViewPr varScale="1">
        <p:scale>
          <a:sx n="59" d="100"/>
          <a:sy n="59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4690-1BD1-4411-BD0B-A4E196265DE0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3EA22-34ED-4CA2-8511-B05FC4908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7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3EA22-34ED-4CA2-8511-B05FC490879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199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4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5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4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8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3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4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0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7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52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6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053F9-D2A3-A00B-E42E-6359A9A63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1536" y="978408"/>
            <a:ext cx="623620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PAWRFECT</a:t>
            </a:r>
          </a:p>
        </p:txBody>
      </p:sp>
      <p:pic>
        <p:nvPicPr>
          <p:cNvPr id="6" name="Picture 5" descr="A cat paw with pink paws&#10;&#10;AI-generated content may be incorrect.">
            <a:extLst>
              <a:ext uri="{FF2B5EF4-FFF2-40B4-BE49-F238E27FC236}">
                <a16:creationId xmlns:a16="http://schemas.microsoft.com/office/drawing/2014/main" id="{C700ECA5-6BDA-4199-379A-5487192B8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9" r="14233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AutoShape 2" descr="Cat Paw PNG Transparent Images Free Download | Vector Files ...">
            <a:extLst>
              <a:ext uri="{FF2B5EF4-FFF2-40B4-BE49-F238E27FC236}">
                <a16:creationId xmlns:a16="http://schemas.microsoft.com/office/drawing/2014/main" id="{898E7F48-465F-45A9-FDD8-36EBD4FDCACF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5431536" y="2578608"/>
            <a:ext cx="6236208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TEAM MEMBERS: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B.Prudhviraj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R.Sanath</a:t>
            </a:r>
            <a:r>
              <a:rPr lang="en-US" dirty="0"/>
              <a:t> Kumar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Srivalli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Manaswini</a:t>
            </a:r>
          </a:p>
        </p:txBody>
      </p:sp>
    </p:spTree>
    <p:extLst>
      <p:ext uri="{BB962C8B-B14F-4D97-AF65-F5344CB8AC3E}">
        <p14:creationId xmlns:p14="http://schemas.microsoft.com/office/powerpoint/2010/main" val="305039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erson's hands in front of a colorful space&#10;&#10;AI-generated content may be incorrect.">
            <a:extLst>
              <a:ext uri="{FF2B5EF4-FFF2-40B4-BE49-F238E27FC236}">
                <a16:creationId xmlns:a16="http://schemas.microsoft.com/office/drawing/2014/main" id="{75A009BA-8282-A7B8-B836-2FB29725E6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0" b="1203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BF53EC-689F-0C6B-665D-261A3C69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7"/>
            <a:ext cx="5021183" cy="327573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/>
              <a:t>SCIENCE VS SPIRITUAL, MYTH, SUPERSTITION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58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B7CB6-2A38-6057-640F-CA7F3196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4507992" cy="41780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/>
              <a:t>"Can Science and Spirituality Coexist in a Rational World?"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A person standing on a rock&#10;&#10;AI-generated content may be incorrect.">
            <a:extLst>
              <a:ext uri="{FF2B5EF4-FFF2-40B4-BE49-F238E27FC236}">
                <a16:creationId xmlns:a16="http://schemas.microsoft.com/office/drawing/2014/main" id="{34A5757C-53F2-2D88-AE55-28E1FD707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381"/>
          <a:stretch>
            <a:fillRect/>
          </a:stretch>
        </p:blipFill>
        <p:spPr>
          <a:xfrm>
            <a:off x="6413157" y="879261"/>
            <a:ext cx="4810845" cy="440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8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06FE4-2565-D4F9-D466-A281F3C6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IN" dirty="0"/>
              <a:t>WHAT IS SCIENCE?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8" name="Picture 7" descr="A person meditating in the dark&#10;&#10;AI-generated content may be incorrect.">
            <a:extLst>
              <a:ext uri="{FF2B5EF4-FFF2-40B4-BE49-F238E27FC236}">
                <a16:creationId xmlns:a16="http://schemas.microsoft.com/office/drawing/2014/main" id="{60730E58-5567-46AB-6EF0-58C6B2DD5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2692229"/>
            <a:ext cx="6281928" cy="365377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C7AE7-370B-E6D5-1804-015AF6223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sz="2400" b="1" dirty="0"/>
              <a:t>Science</a:t>
            </a:r>
            <a:r>
              <a:rPr lang="en-US" sz="2400" dirty="0"/>
              <a:t> is the study of the natural world through observation, experimentation, and evidence.</a:t>
            </a:r>
          </a:p>
          <a:p>
            <a:r>
              <a:rPr lang="en-US" sz="2400" dirty="0"/>
              <a:t>Quantum theories challenge classical logic like </a:t>
            </a:r>
            <a:r>
              <a:rPr lang="en-US" sz="2400" b="1" dirty="0"/>
              <a:t>interconnectedness</a:t>
            </a:r>
            <a:r>
              <a:rPr lang="en-US" sz="2400" dirty="0"/>
              <a:t>, which align with spiritual philosophies.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1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09EC9-A9A8-1CCF-10C8-A8272EA5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376" y="978408"/>
            <a:ext cx="5230368" cy="1463040"/>
          </a:xfrm>
        </p:spPr>
        <p:txBody>
          <a:bodyPr>
            <a:normAutofit/>
          </a:bodyPr>
          <a:lstStyle/>
          <a:p>
            <a:r>
              <a:rPr lang="en-IN" dirty="0"/>
              <a:t>WHAT IS SPIRITUALITY?</a:t>
            </a:r>
          </a:p>
        </p:txBody>
      </p:sp>
      <p:pic>
        <p:nvPicPr>
          <p:cNvPr id="9" name="Picture 8" descr="A person in orange robe reading a book&#10;&#10;AI-generated content may be incorrect.">
            <a:extLst>
              <a:ext uri="{FF2B5EF4-FFF2-40B4-BE49-F238E27FC236}">
                <a16:creationId xmlns:a16="http://schemas.microsoft.com/office/drawing/2014/main" id="{82BE7A9A-EC39-23B7-DDAD-804CE784C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" r="3545" b="-2"/>
          <a:stretch>
            <a:fillRect/>
          </a:stretch>
        </p:blipFill>
        <p:spPr>
          <a:xfrm>
            <a:off x="517870" y="508090"/>
            <a:ext cx="5057307" cy="277977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3314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erson sitting on a board&#10;&#10;AI-generated content may be incorrect.">
            <a:extLst>
              <a:ext uri="{FF2B5EF4-FFF2-40B4-BE49-F238E27FC236}">
                <a16:creationId xmlns:a16="http://schemas.microsoft.com/office/drawing/2014/main" id="{0E26767F-40CC-A015-8E4D-B5B2B809D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4" r="2" b="52702"/>
          <a:stretch>
            <a:fillRect/>
          </a:stretch>
        </p:blipFill>
        <p:spPr>
          <a:xfrm>
            <a:off x="517870" y="3566160"/>
            <a:ext cx="5057307" cy="277977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BDE91-A951-987F-20EF-114D9888F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3046" y="2532888"/>
            <a:ext cx="5670585" cy="40285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Spirituality</a:t>
            </a:r>
            <a:r>
              <a:rPr lang="en-US" sz="1700" dirty="0"/>
              <a:t> is the personal journey of seeking meaning, purpose, and connection—often beyond the physical or material world.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 </a:t>
            </a:r>
            <a:r>
              <a:rPr lang="en-US" sz="1700" b="1" dirty="0"/>
              <a:t>Meditation and Mindfulness</a:t>
            </a:r>
            <a:br>
              <a:rPr lang="en-US" sz="1700" dirty="0"/>
            </a:br>
            <a:r>
              <a:rPr lang="en-US" sz="1700" dirty="0"/>
              <a:t>Practicing quiet reflection to feel inner peace and clarity.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Prayer or Worship</a:t>
            </a:r>
            <a:br>
              <a:rPr lang="en-US" sz="1700" dirty="0"/>
            </a:br>
            <a:r>
              <a:rPr lang="en-US" sz="1700" dirty="0"/>
              <a:t>Connecting with a higher power or divine presence for guidance and comfort.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 </a:t>
            </a:r>
            <a:r>
              <a:rPr lang="en-US" sz="1700" b="1" dirty="0"/>
              <a:t>Feeling Connected to Nature</a:t>
            </a:r>
            <a:br>
              <a:rPr lang="en-US" sz="1700" dirty="0"/>
            </a:br>
            <a:r>
              <a:rPr lang="en-US" sz="1700" dirty="0"/>
              <a:t>Experiencing awe and peace while walking in a forest or watching a sunset.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86883906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8B288-981A-9E47-30AC-09E09A91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3682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"Misunderstood Spirituality: Are We Getting It Wrong?"</a:t>
            </a:r>
            <a:br>
              <a:rPr lang="en-US" sz="4100"/>
            </a:br>
            <a:endParaRPr lang="en-IN" sz="41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with a bald head and a white face with a white banana&#10;&#10;AI-generated content may be incorrect.">
            <a:extLst>
              <a:ext uri="{FF2B5EF4-FFF2-40B4-BE49-F238E27FC236}">
                <a16:creationId xmlns:a16="http://schemas.microsoft.com/office/drawing/2014/main" id="{8717633A-DC51-8625-5D12-0958232A2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618" y="508091"/>
            <a:ext cx="4447052" cy="2797086"/>
          </a:xfrm>
          <a:prstGeom prst="rect">
            <a:avLst/>
          </a:prstGeom>
        </p:spPr>
      </p:pic>
      <p:pic>
        <p:nvPicPr>
          <p:cNvPr id="8" name="Picture 7" descr="A group of people sitting outside&#10;&#10;AI-generated content may be incorrect.">
            <a:extLst>
              <a:ext uri="{FF2B5EF4-FFF2-40B4-BE49-F238E27FC236}">
                <a16:creationId xmlns:a16="http://schemas.microsoft.com/office/drawing/2014/main" id="{9C5096FA-6D9D-3F91-0AEE-D187172F6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70" y="3616883"/>
            <a:ext cx="4851772" cy="272912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B17E-AC70-F04F-20EB-908C1D628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3776472"/>
            <a:ext cx="4983480" cy="2569464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b="1" dirty="0"/>
              <a:t>Fake Godmen and Gurus</a:t>
            </a:r>
            <a:endParaRPr lang="en-US" dirty="0"/>
          </a:p>
          <a:p>
            <a:r>
              <a:rPr lang="en-US" b="1" dirty="0"/>
              <a:t>Rejecting Medical Treatment for “Faith Healing”</a:t>
            </a:r>
            <a:endParaRPr lang="en-US" dirty="0"/>
          </a:p>
          <a:p>
            <a:r>
              <a:rPr lang="en-US" dirty="0"/>
              <a:t> </a:t>
            </a:r>
            <a:r>
              <a:rPr lang="en-US" b="1" dirty="0"/>
              <a:t>Commercializing Spirituality</a:t>
            </a:r>
          </a:p>
          <a:p>
            <a:r>
              <a:rPr lang="en-US" b="1" dirty="0"/>
              <a:t>Discrimination in the Name of Purity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51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erson holding a book&#10;&#10;AI-generated content may be incorrect.">
            <a:extLst>
              <a:ext uri="{FF2B5EF4-FFF2-40B4-BE49-F238E27FC236}">
                <a16:creationId xmlns:a16="http://schemas.microsoft.com/office/drawing/2014/main" id="{4A4CA553-340E-3973-7301-8079ACA0662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89" y="801557"/>
            <a:ext cx="9868930" cy="5254885"/>
          </a:xfrm>
        </p:spPr>
      </p:pic>
    </p:spTree>
    <p:extLst>
      <p:ext uri="{BB962C8B-B14F-4D97-AF65-F5344CB8AC3E}">
        <p14:creationId xmlns:p14="http://schemas.microsoft.com/office/powerpoint/2010/main" val="335142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F6B0-ADDE-B01F-A02E-13DE6356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"Science Meets Spirit: A Journey of Harmony"</a:t>
            </a:r>
            <a:br>
              <a:rPr lang="en-US" sz="3400" b="0"/>
            </a:br>
            <a:endParaRPr lang="en-IN" sz="34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FB7A6-46AC-FE3E-3FE9-15D1528FB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n-US" b="1" dirty="0"/>
              <a:t>Mind-Body Connection </a:t>
            </a:r>
            <a:endParaRPr lang="en-US" dirty="0"/>
          </a:p>
          <a:p>
            <a:r>
              <a:rPr lang="en-US" b="1" dirty="0"/>
              <a:t>Healing Practices – Ayurveda, Reiki, Energy Healing</a:t>
            </a:r>
          </a:p>
          <a:p>
            <a:r>
              <a:rPr lang="en-US" b="1" dirty="0"/>
              <a:t>Epigenetics and Karma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person with colored chakras&#10;&#10;AI-generated content may be incorrect.">
            <a:extLst>
              <a:ext uri="{FF2B5EF4-FFF2-40B4-BE49-F238E27FC236}">
                <a16:creationId xmlns:a16="http://schemas.microsoft.com/office/drawing/2014/main" id="{5C737967-D91F-2F50-759E-A5A9A2EDD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" r="2125" b="-2"/>
          <a:stretch>
            <a:fillRect/>
          </a:stretch>
        </p:blipFill>
        <p:spPr>
          <a:xfrm>
            <a:off x="4547286" y="1165459"/>
            <a:ext cx="7266986" cy="518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1FBF-8D19-AB58-339F-6D3B098D0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674014" cy="1048100"/>
          </a:xfrm>
        </p:spPr>
        <p:txBody>
          <a:bodyPr/>
          <a:lstStyle/>
          <a:p>
            <a:r>
              <a:rPr lang="en-IN" dirty="0"/>
              <a:t>WHAT ABOUT MYTHS?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56FF-B02B-34BE-9FD8-DCDBBA8AE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6508"/>
            <a:ext cx="11149584" cy="4319428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myth</a:t>
            </a:r>
            <a:r>
              <a:rPr lang="en-US" dirty="0"/>
              <a:t> is a traditional story or belief that explains natural phenomena, cultural values, or historical events—often involving gods, heroes, or supernatural forces.</a:t>
            </a:r>
          </a:p>
        </p:txBody>
      </p:sp>
      <p:pic>
        <p:nvPicPr>
          <p:cNvPr id="7" name="Picture 6" descr="A painting of a god on a rat&#10;&#10;AI-generated content may be incorrect.">
            <a:extLst>
              <a:ext uri="{FF2B5EF4-FFF2-40B4-BE49-F238E27FC236}">
                <a16:creationId xmlns:a16="http://schemas.microsoft.com/office/drawing/2014/main" id="{C8FD2C14-7D4C-FEEC-A202-93FEACC0C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28" y="3074608"/>
            <a:ext cx="5070787" cy="2662163"/>
          </a:xfrm>
          <a:prstGeom prst="rect">
            <a:avLst/>
          </a:prstGeom>
        </p:spPr>
      </p:pic>
      <p:pic>
        <p:nvPicPr>
          <p:cNvPr id="10" name="Picture 9" descr="A large tree with many branches&#10;&#10;AI-generated content may be incorrect.">
            <a:extLst>
              <a:ext uri="{FF2B5EF4-FFF2-40B4-BE49-F238E27FC236}">
                <a16:creationId xmlns:a16="http://schemas.microsoft.com/office/drawing/2014/main" id="{7B9D8E69-2E6E-355F-DF05-76D12AAA5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481" y="2970262"/>
            <a:ext cx="4706422" cy="28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92459F-88BA-93FC-5823-0D98EAFE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817888"/>
            <a:ext cx="4273214" cy="1295235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SUPERSTITION?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33F686-3C79-7234-6D56-7F7E01717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1" y="2273643"/>
            <a:ext cx="4675921" cy="40722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Superstitions</a:t>
            </a:r>
            <a:r>
              <a:rPr lang="en-US" sz="2000" dirty="0"/>
              <a:t> are beliefs or practices that arise from fear, ignorance, or tradition, often without any scientific or logical basis </a:t>
            </a:r>
            <a:r>
              <a:rPr lang="en-US" sz="2000" dirty="0" err="1"/>
              <a:t>ot</a:t>
            </a:r>
            <a:r>
              <a:rPr lang="en-US" sz="2000" dirty="0"/>
              <a:t> based on scientific evidence</a:t>
            </a:r>
          </a:p>
          <a:p>
            <a:r>
              <a:rPr lang="en-US" sz="2000" dirty="0"/>
              <a:t>Often linked to cultural or religious traditions</a:t>
            </a:r>
          </a:p>
          <a:p>
            <a:r>
              <a:rPr lang="en-US" sz="2000" dirty="0"/>
              <a:t>Involve rituals, taboos, or symbolic actions</a:t>
            </a:r>
          </a:p>
          <a:p>
            <a:r>
              <a:rPr lang="en-US" sz="2000" dirty="0"/>
              <a:t>Can be harmless, but sometimes lead to fear or irrational behavior</a:t>
            </a:r>
          </a:p>
          <a:p>
            <a:pPr marL="0" indent="0">
              <a:buNone/>
            </a:pPr>
            <a:endParaRPr lang="en-IN" sz="1700" dirty="0"/>
          </a:p>
        </p:txBody>
      </p:sp>
      <p:pic>
        <p:nvPicPr>
          <p:cNvPr id="7" name="Picture 6" descr="A cartoon of a person giving a person a rock to another person&#10;&#10;AI-generated content may be incorrect.">
            <a:extLst>
              <a:ext uri="{FF2B5EF4-FFF2-40B4-BE49-F238E27FC236}">
                <a16:creationId xmlns:a16="http://schemas.microsoft.com/office/drawing/2014/main" id="{E7B2E322-6F60-18D2-6DAB-A5B09B592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3" r="15833" b="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1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40C8A4-F46F-D5C1-96DE-6AFA48D3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908792" cy="1046335"/>
          </a:xfrm>
        </p:spPr>
        <p:txBody>
          <a:bodyPr/>
          <a:lstStyle/>
          <a:p>
            <a:r>
              <a:rPr lang="en-IN" dirty="0"/>
              <a:t>INDIA - Where Tradition Transcends Logic</a:t>
            </a:r>
          </a:p>
        </p:txBody>
      </p:sp>
      <p:pic>
        <p:nvPicPr>
          <p:cNvPr id="7" name="Content Placeholder 6" descr="A person in a robe and a stone sculpture&#10;&#10;AI-generated content may be incorrect.">
            <a:extLst>
              <a:ext uri="{FF2B5EF4-FFF2-40B4-BE49-F238E27FC236}">
                <a16:creationId xmlns:a16="http://schemas.microsoft.com/office/drawing/2014/main" id="{845A5892-BBF9-9528-2299-46CCBC21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3" y="2109100"/>
            <a:ext cx="8293507" cy="3932471"/>
          </a:xfrm>
        </p:spPr>
      </p:pic>
    </p:spTree>
    <p:extLst>
      <p:ext uri="{BB962C8B-B14F-4D97-AF65-F5344CB8AC3E}">
        <p14:creationId xmlns:p14="http://schemas.microsoft.com/office/powerpoint/2010/main" val="29267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40E85B-6BFD-1BC5-2C5C-8E88105C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THANK YOU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Cat Cartoon Vector Art &amp; Graphics ...">
            <a:extLst>
              <a:ext uri="{FF2B5EF4-FFF2-40B4-BE49-F238E27FC236}">
                <a16:creationId xmlns:a16="http://schemas.microsoft.com/office/drawing/2014/main" id="{C25117CA-90C9-B8DC-E3FC-4F470289E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546" y="1824437"/>
            <a:ext cx="5001995" cy="355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4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303</Words>
  <Application>Microsoft Office PowerPoint</Application>
  <PresentationFormat>Widescreen</PresentationFormat>
  <Paragraphs>35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GestaltVTI</vt:lpstr>
      <vt:lpstr>PAWRFECT</vt:lpstr>
      <vt:lpstr>SCIENCE VS SPIRITUAL, MYTH, SUPERSTITION</vt:lpstr>
      <vt:lpstr>"Can Science and Spirituality Coexist in a Rational World?" </vt:lpstr>
      <vt:lpstr>WHAT IS SCIENCE?</vt:lpstr>
      <vt:lpstr>WHAT IS SPIRITUALITY?</vt:lpstr>
      <vt:lpstr>"Misunderstood Spirituality: Are We Getting It Wrong?" </vt:lpstr>
      <vt:lpstr>PowerPoint Presentation</vt:lpstr>
      <vt:lpstr>"Science Meets Spirit: A Journey of Harmony" </vt:lpstr>
      <vt:lpstr>WHAT ABOUT MYTHS?</vt:lpstr>
      <vt:lpstr>WHAT IS SUPERSTITION?</vt:lpstr>
      <vt:lpstr>INDIA - Where Tradition Transcends Logic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Billa Sonti Prudhviraj</dc:creator>
  <cp:lastModifiedBy>Billa Sonti Prudhviraj</cp:lastModifiedBy>
  <cp:revision>7</cp:revision>
  <dcterms:created xsi:type="dcterms:W3CDTF">2025-07-14T23:53:49Z</dcterms:created>
  <dcterms:modified xsi:type="dcterms:W3CDTF">2025-07-18T03:39:46Z</dcterms:modified>
</cp:coreProperties>
</file>